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1262" y="3336608"/>
            <a:ext cx="14263688" cy="348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b="true" sz="6600" spc="396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 native temperature excursion and compliance platform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693389" y="2271061"/>
          <a:ext cx="9079564" cy="6012441"/>
        </p:xfrm>
        <a:graphic>
          <a:graphicData uri="http://schemas.openxmlformats.org/drawingml/2006/table">
            <a:tbl>
              <a:tblPr/>
              <a:tblGrid>
                <a:gridCol w="4539782"/>
                <a:gridCol w="4539782"/>
              </a:tblGrid>
              <a:tr h="9106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SHAAMAK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Shipment API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97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RIYA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Shipment API</a:t>
                      </a: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08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RUSSEL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Kubernetes deployment</a:t>
                      </a:r>
                      <a:endParaRPr lang="en-US" sz="1100"/>
                    </a:p>
                    <a:p>
                      <a:pPr algn="ctr">
                        <a:lnSpc>
                          <a:spcPts val="3639"/>
                        </a:lnSpc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of reporting and </a:t>
                      </a:r>
                    </a:p>
                    <a:p>
                      <a:pPr algn="ctr">
                        <a:lnSpc>
                          <a:spcPts val="3639"/>
                        </a:lnSpc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dashboard module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14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RONAK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UI Design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97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PRANAV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Timescale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5749" y="939249"/>
            <a:ext cx="11056502" cy="9347751"/>
          </a:xfrm>
          <a:custGeom>
            <a:avLst/>
            <a:gdLst/>
            <a:ahLst/>
            <a:cxnLst/>
            <a:rect r="r" b="b" t="t" l="l"/>
            <a:pathLst>
              <a:path h="9347751" w="11056502">
                <a:moveTo>
                  <a:pt x="0" y="0"/>
                </a:moveTo>
                <a:lnTo>
                  <a:pt x="11056502" y="0"/>
                </a:lnTo>
                <a:lnTo>
                  <a:pt x="11056502" y="9347751"/>
                </a:lnTo>
                <a:lnTo>
                  <a:pt x="0" y="93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79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1545" y="28924"/>
            <a:ext cx="2917515" cy="61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4"/>
              </a:lnSpc>
              <a:spcBef>
                <a:spcPct val="0"/>
              </a:spcBef>
            </a:pPr>
            <a:r>
              <a:rPr lang="en-US" b="true" sz="36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TimescaleDB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796" y="905083"/>
            <a:ext cx="15534196" cy="7866422"/>
          </a:xfrm>
          <a:custGeom>
            <a:avLst/>
            <a:gdLst/>
            <a:ahLst/>
            <a:cxnLst/>
            <a:rect r="r" b="b" t="t" l="l"/>
            <a:pathLst>
              <a:path h="7866422" w="15534196">
                <a:moveTo>
                  <a:pt x="0" y="0"/>
                </a:moveTo>
                <a:lnTo>
                  <a:pt x="15534197" y="0"/>
                </a:lnTo>
                <a:lnTo>
                  <a:pt x="15534197" y="7866421"/>
                </a:lnTo>
                <a:lnTo>
                  <a:pt x="0" y="7866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0613" y="2451720"/>
            <a:ext cx="3583735" cy="6356958"/>
          </a:xfrm>
          <a:custGeom>
            <a:avLst/>
            <a:gdLst/>
            <a:ahLst/>
            <a:cxnLst/>
            <a:rect r="r" b="b" t="t" l="l"/>
            <a:pathLst>
              <a:path h="6356958" w="3583735">
                <a:moveTo>
                  <a:pt x="0" y="0"/>
                </a:moveTo>
                <a:lnTo>
                  <a:pt x="3583735" y="0"/>
                </a:lnTo>
                <a:lnTo>
                  <a:pt x="358373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50922" y="2451720"/>
            <a:ext cx="4000840" cy="6356958"/>
          </a:xfrm>
          <a:custGeom>
            <a:avLst/>
            <a:gdLst/>
            <a:ahLst/>
            <a:cxnLst/>
            <a:rect r="r" b="b" t="t" l="l"/>
            <a:pathLst>
              <a:path h="6356958" w="4000840">
                <a:moveTo>
                  <a:pt x="0" y="0"/>
                </a:moveTo>
                <a:lnTo>
                  <a:pt x="4000840" y="0"/>
                </a:lnTo>
                <a:lnTo>
                  <a:pt x="400084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478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982" y="69134"/>
            <a:ext cx="17469460" cy="328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312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</a:t>
            </a:r>
            <a:r>
              <a:rPr lang="en-US" b="true" sz="4700">
                <a:solidFill>
                  <a:srgbClr val="312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ubernetes deployment of reporting and dashboard module:</a:t>
            </a:r>
          </a:p>
          <a:p>
            <a:pPr algn="just">
              <a:lnSpc>
                <a:spcPts val="6580"/>
              </a:lnSpc>
              <a:spcBef>
                <a:spcPct val="0"/>
              </a:spcBef>
            </a:pPr>
          </a:p>
          <a:p>
            <a:pPr algn="just">
              <a:lnSpc>
                <a:spcPts val="65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728" y="1928671"/>
            <a:ext cx="17061980" cy="1411127"/>
          </a:xfrm>
          <a:custGeom>
            <a:avLst/>
            <a:gdLst/>
            <a:ahLst/>
            <a:cxnLst/>
            <a:rect r="r" b="b" t="t" l="l"/>
            <a:pathLst>
              <a:path h="1411127" w="17061980">
                <a:moveTo>
                  <a:pt x="0" y="0"/>
                </a:moveTo>
                <a:lnTo>
                  <a:pt x="17061980" y="0"/>
                </a:lnTo>
                <a:lnTo>
                  <a:pt x="17061980" y="1411127"/>
                </a:lnTo>
                <a:lnTo>
                  <a:pt x="0" y="1411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18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292" y="6205409"/>
            <a:ext cx="17069415" cy="1711662"/>
          </a:xfrm>
          <a:custGeom>
            <a:avLst/>
            <a:gdLst/>
            <a:ahLst/>
            <a:cxnLst/>
            <a:rect r="r" b="b" t="t" l="l"/>
            <a:pathLst>
              <a:path h="1711662" w="17069415">
                <a:moveTo>
                  <a:pt x="0" y="0"/>
                </a:moveTo>
                <a:lnTo>
                  <a:pt x="17069416" y="0"/>
                </a:lnTo>
                <a:lnTo>
                  <a:pt x="17069416" y="1711662"/>
                </a:lnTo>
                <a:lnTo>
                  <a:pt x="0" y="171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91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5389" y="1901851"/>
            <a:ext cx="13457222" cy="6483297"/>
          </a:xfrm>
          <a:custGeom>
            <a:avLst/>
            <a:gdLst/>
            <a:ahLst/>
            <a:cxnLst/>
            <a:rect r="r" b="b" t="t" l="l"/>
            <a:pathLst>
              <a:path h="6483297" w="13457222">
                <a:moveTo>
                  <a:pt x="0" y="0"/>
                </a:moveTo>
                <a:lnTo>
                  <a:pt x="13457222" y="0"/>
                </a:lnTo>
                <a:lnTo>
                  <a:pt x="13457222" y="6483298"/>
                </a:lnTo>
                <a:lnTo>
                  <a:pt x="0" y="6483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6368" y="588334"/>
            <a:ext cx="7974330" cy="79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to be done next week: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944" y="1652662"/>
            <a:ext cx="12198905" cy="8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127" indent="-421063" lvl="1">
              <a:lnSpc>
                <a:spcPts val="7137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Designing pseudocode for excursion detection.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DAHHw3mhEMI</dc:identifier>
  <dcterms:modified xsi:type="dcterms:W3CDTF">2011-08-01T06:04:30Z</dcterms:modified>
  <cp:revision>1</cp:revision>
  <dc:title>  System Flow</dc:title>
</cp:coreProperties>
</file>